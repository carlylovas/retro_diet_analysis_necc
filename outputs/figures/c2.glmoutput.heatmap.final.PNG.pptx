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91885-506E-F6B4-6035-DEF060204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20CD23-FB26-2A33-8BDA-1C36B2241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642B3-8494-6CC4-BE72-E2772C956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F627-C6AF-412A-901C-F26D1321604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4309F-664C-E05B-8090-C0A2F4884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2E998-B985-1241-1E84-13186328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6413F-2558-44BC-ADAA-4247BF142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91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6B306-753B-133B-950A-55420EC0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424C8-8B7C-95D7-1CE4-F403187F4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00C5D-66F6-D566-2559-E3D07B2C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F627-C6AF-412A-901C-F26D1321604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C4C0F-3DC3-9F57-46CF-CEEEE607F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80217-9FB4-7957-E333-55BEA4E8C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6413F-2558-44BC-ADAA-4247BF142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014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7BE2-BB71-8DEC-285D-88CD84F80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2E57F-57EC-3527-9B5C-2FB0D0C3A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FB78A-B049-A9D9-74A9-426C84345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F627-C6AF-412A-901C-F26D1321604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E8AFD-8E7E-9361-F2EB-CF3BF1212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3FDB6-546C-6843-0EB1-4F339FFD6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6413F-2558-44BC-ADAA-4247BF142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862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19B05-9042-1677-FFF7-B65718F28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DBF96-594B-7156-E7CD-F02ADE3A0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F3254-E759-D33E-F775-3290F1692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D2F49-2E48-CC4F-AEEE-3C569B492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F627-C6AF-412A-901C-F26D1321604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F43B1-BCDD-E4AF-B70C-84AA2FCCD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3A4FE-5615-C210-95AF-75CA2965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6413F-2558-44BC-ADAA-4247BF142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88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E416-8CB1-14A3-9163-3ED24A46F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3525B-1CB7-BF07-992C-128709319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AD544-8CE9-609D-FC9B-AECC773A6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ED5E30-8FF8-9FC1-D5F7-CD45DE7C3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7FB5C0-AD64-85E0-AD1D-82BEF45C62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B9E15B-986A-8F4A-3FFA-7D78FC35A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F627-C6AF-412A-901C-F26D1321604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7EA049-7CD7-57C5-1034-D25813EA8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9CA70-CB15-7ADD-54B9-7F49C98A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6413F-2558-44BC-ADAA-4247BF142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43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4539F-E3C8-A8A0-5FD5-C982BDC3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BF0644-0B4E-D051-F40E-F5F74DA68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F627-C6AF-412A-901C-F26D1321604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48890-3E8B-DD72-2FD3-A91BBC760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EFB04-CA22-5BD6-DEDF-5BFE2C04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6413F-2558-44BC-ADAA-4247BF142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8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B0FDF3-FBEF-1492-6CC3-115B0480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F627-C6AF-412A-901C-F26D1321604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9ACC0-48F6-D1E9-4B1A-FC02D473C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866A7-CBBE-988C-B91F-B92AAF46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6413F-2558-44BC-ADAA-4247BF142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37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5D51-2A1F-9F0F-5D7C-85A0785C3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A3920-E43C-D2F4-D95E-8FE11064A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E6E31-E1A5-5490-DEDC-EF6D89615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EA6A7-4A5D-EDC2-9402-E78E554BD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F627-C6AF-412A-901C-F26D1321604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E272C-4DD1-656C-2D5D-FC617B8F4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A0446-6FDF-87A8-39A2-EF3A4F61E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6413F-2558-44BC-ADAA-4247BF142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15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3EC9A-F867-F987-BC9A-C5EE500BD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539077-FF88-68B6-E666-29640CC292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CD7B8-F68E-5DDE-D4BE-044D1C6EC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89DD4-A2AF-A6C9-3D39-45AFBE3D7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F627-C6AF-412A-901C-F26D1321604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2D60E-634F-F341-28D8-D4D154291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E28E0-A0F3-C498-CD23-56670CB34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6413F-2558-44BC-ADAA-4247BF142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51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2BAE3-0A7F-B9B0-0489-2AEBCB202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1311B-A69C-9797-B5DB-BB6AA1B18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2EE62-62C7-DECF-4C17-B15DB466C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F627-C6AF-412A-901C-F26D1321604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C97C7-7E4F-DC0B-C47F-0754B0EEA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53AB8-2E4A-4F0E-A066-E81B63855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6413F-2558-44BC-ADAA-4247BF142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21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DF0003-60D9-3F04-0C7B-47BFF437BE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C37AC-4D67-69B5-AA12-50923A66F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276B4-4AD9-A713-B5C9-F8F27484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F627-C6AF-412A-901C-F26D1321604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A99BE-107B-E7CC-472B-944BDB13B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AA5F3-84DA-AFED-787C-0395CE1D1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6413F-2558-44BC-ADAA-4247BF142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95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B8ED3E-A891-B22F-B5FC-89C25D6BF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39327-3758-B869-50F6-FEAC216C5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495A8-E209-9E76-5F86-BD3CAA7386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0AF627-C6AF-412A-901C-F26D1321604D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F7502-340D-42A8-E0DE-3459C25CC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9DEBC-6A32-2C9E-9542-6759B9C6E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06413F-2558-44BC-ADAA-4247BF142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432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art with different colors and text&#10;&#10;AI-generated content may be incorrect.">
            <a:extLst>
              <a:ext uri="{FF2B5EF4-FFF2-40B4-BE49-F238E27FC236}">
                <a16:creationId xmlns:a16="http://schemas.microsoft.com/office/drawing/2014/main" id="{481D09C9-6A36-A992-1172-F6A862115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438C92-34A7-BEC6-1F73-5BF187BB572E}"/>
              </a:ext>
            </a:extLst>
          </p:cNvPr>
          <p:cNvSpPr txBox="1"/>
          <p:nvPr/>
        </p:nvSpPr>
        <p:spPr>
          <a:xfrm>
            <a:off x="4633994" y="4695987"/>
            <a:ext cx="1255362" cy="515334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sz="1600" dirty="0"/>
              <a:t>Population Trends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846210-4377-CCFC-E3A4-54AFBFD55EE7}"/>
              </a:ext>
            </a:extLst>
          </p:cNvPr>
          <p:cNvSpPr txBox="1"/>
          <p:nvPr/>
        </p:nvSpPr>
        <p:spPr>
          <a:xfrm>
            <a:off x="4773478" y="1138398"/>
            <a:ext cx="1115878" cy="50828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sz="1600" dirty="0"/>
              <a:t>Adaptive Capacities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FCAAD-247E-7FA7-DE32-DAF9ADE9C00E}"/>
              </a:ext>
            </a:extLst>
          </p:cNvPr>
          <p:cNvSpPr txBox="1"/>
          <p:nvPr/>
        </p:nvSpPr>
        <p:spPr>
          <a:xfrm>
            <a:off x="4633994" y="2298157"/>
            <a:ext cx="1255362" cy="50828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sz="1600" dirty="0"/>
              <a:t>Reproductive Capacities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4E6A5B-00F8-D149-DD52-87D5A205253C}"/>
              </a:ext>
            </a:extLst>
          </p:cNvPr>
          <p:cNvSpPr txBox="1"/>
          <p:nvPr/>
        </p:nvSpPr>
        <p:spPr>
          <a:xfrm>
            <a:off x="4773478" y="3497072"/>
            <a:ext cx="1115878" cy="50828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sz="1600" dirty="0"/>
              <a:t>Distribution Features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1B1473-198B-2747-53DA-1FEB9884E71E}"/>
              </a:ext>
            </a:extLst>
          </p:cNvPr>
          <p:cNvSpPr txBox="1"/>
          <p:nvPr/>
        </p:nvSpPr>
        <p:spPr>
          <a:xfrm>
            <a:off x="4633994" y="5894902"/>
            <a:ext cx="1255362" cy="508281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sz="1600" dirty="0"/>
              <a:t>Movement Capacities</a:t>
            </a:r>
          </a:p>
        </p:txBody>
      </p:sp>
    </p:spTree>
    <p:extLst>
      <p:ext uri="{BB962C8B-B14F-4D97-AF65-F5344CB8AC3E}">
        <p14:creationId xmlns:p14="http://schemas.microsoft.com/office/powerpoint/2010/main" val="4258934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Hermann</dc:creator>
  <cp:lastModifiedBy>Nathan Hermann</cp:lastModifiedBy>
  <cp:revision>1</cp:revision>
  <dcterms:created xsi:type="dcterms:W3CDTF">2025-04-17T20:19:39Z</dcterms:created>
  <dcterms:modified xsi:type="dcterms:W3CDTF">2025-04-17T20:23:53Z</dcterms:modified>
</cp:coreProperties>
</file>